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Document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Financial document extraction, validation and review</a:t>
            </a:r>
          </a:p>
          <a:p>
            <a:pPr>
              <a:spcAft>
                <a:spcPts val="1800"/>
              </a:spcAft>
              <a:defRPr sz="2200"/>
            </a:pPr>
            <a:r>
              <a:t>Scope: invoice, balance sheet, profit &amp; loss, cash flow</a:t>
            </a:r>
          </a:p>
          <a:p>
            <a:pPr>
              <a:spcAft>
                <a:spcPts val="1800"/>
              </a:spcAft>
              <a:defRPr sz="2200"/>
            </a:pPr>
            <a:r>
              <a:t>Submission status: locally verified; completeness and deployment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Problem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Accept PDF, JPG and PNG, including scanned documents, at most 3 pages</a:t>
            </a:r>
          </a:p>
          <a:p>
            <a:pPr>
              <a:spcAft>
                <a:spcPts val="1800"/>
              </a:spcAft>
              <a:defRPr sz="2200"/>
            </a:pPr>
            <a:r>
              <a:t>Extract meaningful fields, tables and comparative-period values</a:t>
            </a:r>
          </a:p>
          <a:p>
            <a:pPr>
              <a:spcAft>
                <a:spcPts val="1800"/>
              </a:spcAft>
              <a:defRPr sz="2200"/>
            </a:pPr>
            <a:r>
              <a:t>Return null for missing data and evidence for supported values</a:t>
            </a:r>
          </a:p>
          <a:p>
            <a:pPr>
              <a:spcAft>
                <a:spcPts val="1800"/>
              </a:spcAft>
              <a:defRPr sz="2200"/>
            </a:pPr>
            <a:r>
              <a:t>Make calculations and stored results inspectable through UI and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Browser upload -&gt; FastAPI -&gt; file validation</a:t>
            </a:r>
          </a:p>
          <a:p>
            <a:pPr>
              <a:spcAft>
                <a:spcPts val="1800"/>
              </a:spcAft>
              <a:defRPr sz="2200"/>
            </a:pPr>
            <a:r>
              <a:t>PyMuPDF native text / Tesseract OCR -&gt; configurable LLM</a:t>
            </a:r>
          </a:p>
          <a:p>
            <a:pPr>
              <a:spcAft>
                <a:spcPts val="1800"/>
              </a:spcAft>
              <a:defRPr sz="2200"/>
            </a:pPr>
            <a:r>
              <a:t>Pydantic and evidence checks -&gt; Decimal financial checks</a:t>
            </a:r>
          </a:p>
          <a:p>
            <a:pPr>
              <a:spcAft>
                <a:spcPts val="1800"/>
              </a:spcAft>
              <a:defRPr sz="2200"/>
            </a:pPr>
            <a:r>
              <a:t>SQLAlchemy -&gt; SQLite locally / PostgreSQL in deployment</a:t>
            </a:r>
          </a:p>
          <a:p>
            <a:pPr>
              <a:spcAft>
                <a:spcPts val="1800"/>
              </a:spcAft>
              <a:defRPr sz="2200"/>
            </a:pPr>
            <a:r>
              <a:t>Dashboard and document-name API read the same persistent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Input validation and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Check extension, content signature, byte size, image decode and PDF render</a:t>
            </a:r>
          </a:p>
          <a:p>
            <a:pPr>
              <a:spcAft>
                <a:spcPts val="1800"/>
              </a:spcAft>
              <a:defRPr sz="2200"/>
            </a:pPr>
            <a:r>
              <a:t>Reject corruption, encryption, repaired PDFs and more than 3 pages</a:t>
            </a:r>
          </a:p>
          <a:p>
            <a:pPr>
              <a:spcAft>
                <a:spcPts val="1800"/>
              </a:spcAft>
              <a:defRPr sz="2200"/>
            </a:pPr>
            <a:r>
              <a:t>Native text where adequate; render image-dominated pages for OCR</a:t>
            </a:r>
          </a:p>
          <a:p>
            <a:pPr>
              <a:spcAft>
                <a:spcPts val="1800"/>
              </a:spcAft>
              <a:defRPr sz="2200"/>
            </a:pPr>
            <a:r>
              <a:t>EXIF correction and orientation detection; bounded OCR runtime</a:t>
            </a:r>
          </a:p>
          <a:p>
            <a:pPr>
              <a:spcAft>
                <a:spcPts val="1800"/>
              </a:spcAft>
              <a:defRPr sz="2200"/>
            </a:pPr>
            <a:r>
              <a:t>Supplied inventory: 30 PDFs and 20 JPEGs; most PDFs need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Structured extraction and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User selects document type; no classification service</a:t>
            </a:r>
          </a:p>
          <a:p>
            <a:pPr>
              <a:spcAft>
                <a:spcPts val="1800"/>
              </a:spcAft>
              <a:defRPr sz="2200"/>
            </a:pPr>
            <a:r>
              <a:t>Dynamic fields, full table rows and separate comparative periods</a:t>
            </a:r>
          </a:p>
          <a:p>
            <a:pPr>
              <a:spcAft>
                <a:spcPts val="1800"/>
              </a:spcAft>
              <a:defRPr sz="2200"/>
            </a:pPr>
            <a:r>
              <a:t>JSON schema plus server-side validation; reject truncated responses</a:t>
            </a:r>
          </a:p>
          <a:p>
            <a:pPr>
              <a:spcAft>
                <a:spcPts val="1800"/>
              </a:spcAft>
              <a:defRPr sz="2200"/>
            </a:pPr>
            <a:r>
              <a:t>Source excerpt and page number accompany values</a:t>
            </a:r>
          </a:p>
          <a:p>
            <a:pPr>
              <a:spcAft>
                <a:spcPts val="1800"/>
              </a:spcAft>
              <a:defRPr sz="2200"/>
            </a:pPr>
            <a:r>
              <a:t>Clear values lacking evidence; OCR evidence is not proof of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Financial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Invoice: quantity x price, line sum, tax-inclusive/exclusive total and cash/change</a:t>
            </a:r>
          </a:p>
          <a:p>
            <a:pPr>
              <a:spcAft>
                <a:spcPts val="1800"/>
              </a:spcAft>
              <a:defRPr sz="2200"/>
            </a:pPr>
            <a:r>
              <a:t>Balance sheet: assets vs capital/liabilities and complete component sums</a:t>
            </a:r>
          </a:p>
          <a:p>
            <a:pPr>
              <a:spcAft>
                <a:spcPts val="1800"/>
              </a:spcAft>
              <a:defRPr sz="2200"/>
            </a:pPr>
            <a:r>
              <a:t>P&amp;L: banking income, expenditure, minority interest and appropriation</a:t>
            </a:r>
          </a:p>
          <a:p>
            <a:pPr>
              <a:spcAft>
                <a:spcPts val="1800"/>
              </a:spcAft>
              <a:defRPr sz="2200"/>
            </a:pPr>
            <a:r>
              <a:t>Cash flow: activities plus FX; opening plus net change and adjustments</a:t>
            </a:r>
          </a:p>
          <a:p>
            <a:pPr>
              <a:spcAft>
                <a:spcPts val="1800"/>
              </a:spcAft>
              <a:defRPr sz="2200"/>
            </a:pPr>
            <a:r>
              <a:t>Decimal arithmetic; absolute 0.02 tolerance; brackets are negative</a:t>
            </a:r>
          </a:p>
          <a:p>
            <a:pPr>
              <a:spcAft>
                <a:spcPts val="1800"/>
              </a:spcAft>
              <a:defRPr sz="2200"/>
            </a:pPr>
            <a:r>
              <a:t>Missing operands -&gt; NOT_APPLICABLE; each period checked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API, persistence and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POST /api/v1/documents/process; GET /api/v1/documents/{document_name}</a:t>
            </a:r>
          </a:p>
          <a:p>
            <a:pPr>
              <a:spcAft>
                <a:spcPts val="1800"/>
              </a:spcAft>
              <a:defRPr sz="2200"/>
            </a:pPr>
            <a:r>
              <a:t>GET /api/v1/documents; GET /api/v1/health; Swagger at /docs</a:t>
            </a:r>
          </a:p>
          <a:p>
            <a:pPr>
              <a:spcAft>
                <a:spcPts val="1800"/>
              </a:spcAft>
              <a:defRPr sz="2200"/>
            </a:pPr>
            <a:r>
              <a:t>Atomic upsert: latest completed result per document name</a:t>
            </a:r>
          </a:p>
          <a:p>
            <a:pPr>
              <a:spcAft>
                <a:spcPts val="1800"/>
              </a:spcAft>
              <a:defRPr sz="2200"/>
            </a:pPr>
            <a:r>
              <a:t>Searchable database dashboard, fields, tables, validation and raw JSON</a:t>
            </a:r>
          </a:p>
          <a:p>
            <a:pPr>
              <a:spcAft>
                <a:spcPts val="1800"/>
              </a:spcAft>
              <a:defRPr sz="2200"/>
            </a:pPr>
            <a:r>
              <a:t>Clear missing/failure highlights; controlled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Testing and actual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Automated file, arithmetic, grounding, provider-error and API tests</a:t>
            </a:r>
          </a:p>
          <a:p>
            <a:pPr>
              <a:spcAft>
                <a:spcPts val="1800"/>
              </a:spcAft>
              <a:defRPr sz="2200"/>
            </a:pPr>
            <a:r>
              <a:t>Full API test uses real PDF/SQLite and explicitly mocked LLM</a:t>
            </a:r>
          </a:p>
          <a:p>
            <a:pPr>
              <a:spcAft>
                <a:spcPts val="1800"/>
              </a:spcAft>
              <a:defRPr sz="2200"/>
            </a:pPr>
            <a:r>
              <a:t>Local HTTP: frontend/assets, docs, health and listing verified</a:t>
            </a:r>
          </a:p>
          <a:p>
            <a:pPr>
              <a:spcAft>
                <a:spcPts val="1800"/>
              </a:spcAft>
              <a:defRPr sz="2200"/>
            </a:pPr>
            <a:r>
              <a:t>Stored supplied results: all four types, Gemini 2.5 Flash with local OCR</a:t>
            </a:r>
          </a:p>
          <a:p>
            <a:pPr>
              <a:spcAft>
                <a:spcPts val="1800"/>
              </a:spcAft>
              <a:defRPr sz="2200"/>
            </a:pPr>
            <a:r>
              <a:t>Sample outputs distinguish stored results, historical errors and synthetic checks</a:t>
            </a:r>
          </a:p>
          <a:p>
            <a:pPr>
              <a:spcAft>
                <a:spcPts val="1800"/>
              </a:spcAft>
              <a:defRPr sz="2200"/>
            </a:pPr>
            <a:r>
              <a:t>Browser desktop/mobile verified; no deployed result is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One Render Python service hosts API and frontend; no Docker</a:t>
            </a:r>
          </a:p>
          <a:p>
            <a:pPr>
              <a:spcAft>
                <a:spcPts val="1800"/>
              </a:spcAft>
              <a:defRPr sz="2200"/>
            </a:pPr>
            <a:r>
              <a:t>Environment-only provider key, URL, model and PostgreSQL connection</a:t>
            </a:r>
          </a:p>
          <a:p>
            <a:pPr>
              <a:spcAft>
                <a:spcPts val="1800"/>
              </a:spcAft>
              <a:defRPr sz="2200"/>
            </a:pPr>
            <a:r>
              <a:t>Build installs Python dependencies and local Tesseract Debian packages</a:t>
            </a:r>
          </a:p>
          <a:p>
            <a:pPr>
              <a:spcAft>
                <a:spcPts val="1800"/>
              </a:spcAft>
              <a:defRPr sz="2200"/>
            </a:pPr>
            <a:r>
              <a:t>Linux package resolution and PostgreSQL require deployment validation</a:t>
            </a:r>
          </a:p>
          <a:p>
            <a:pPr>
              <a:spcAft>
                <a:spcPts val="1800"/>
              </a:spcAft>
              <a:defRPr sz="2200"/>
            </a:pPr>
            <a:r>
              <a:t>Publishing and deployment deferred; all public URL entries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C4B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Resolve missing statement tables and documented cash-flow OCR error</a:t>
            </a:r>
          </a:p>
          <a:p>
            <a:pPr>
              <a:spcAft>
                <a:spcPts val="1800"/>
              </a:spcAft>
              <a:defRPr sz="2200"/>
            </a:pPr>
            <a:r>
              <a:t>Run supplied samples and review every field, table and equation</a:t>
            </a:r>
          </a:p>
          <a:p>
            <a:pPr>
              <a:spcAft>
                <a:spcPts val="1800"/>
              </a:spcAft>
              <a:defRPr sz="2200"/>
            </a:pPr>
            <a:r>
              <a:t>OCR errors, unfamiliar layouts and provider output limits remain risks</a:t>
            </a:r>
          </a:p>
          <a:p>
            <a:pPr>
              <a:spcAft>
                <a:spcPts val="1800"/>
              </a:spcAft>
              <a:defRPr sz="2200"/>
            </a:pPr>
            <a:r>
              <a:t>Add production authentication, retention, limits, backups and evaluation</a:t>
            </a:r>
          </a:p>
          <a:p>
            <a:pPr>
              <a:spcAft>
                <a:spcPts val="1800"/>
              </a:spcAft>
              <a:defRPr sz="2200"/>
            </a:pPr>
            <a:r>
              <a:t>Candidate: review code, run tests, rehearse demo and approve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